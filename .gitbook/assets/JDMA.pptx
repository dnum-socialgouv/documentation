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3640" y="1204913"/>
            <a:ext cx="3324225" cy="2116027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204913"/>
            <a:ext cx="3326237" cy="241105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19288" y="519113"/>
            <a:ext cx="147161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Marianne" pitchFamily="34" charset="0"/>
                <a:ea typeface="Marianne" pitchFamily="34" charset="-122"/>
                <a:cs typeface="Marianne" pitchFamily="34" charset="-120"/>
              </a:rPr>
              <a:t>Question 1/4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2124075" y="862013"/>
            <a:ext cx="10668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Marianne" pitchFamily="34" charset="0"/>
                <a:ea typeface="Marianne" pitchFamily="34" charset="-122"/>
                <a:cs typeface="Marianne" pitchFamily="34" charset="-120"/>
              </a:rPr>
              <a:t>Obligatoire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657850" y="862013"/>
            <a:ext cx="1966913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Marianne" pitchFamily="34" charset="0"/>
                <a:ea typeface="Marianne" pitchFamily="34" charset="-122"/>
                <a:cs typeface="Marianne" pitchFamily="34" charset="-120"/>
              </a:rPr>
              <a:t>Optionnelle, recommandée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895975" y="519113"/>
            <a:ext cx="14954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Marianne" pitchFamily="34" charset="0"/>
                <a:ea typeface="Marianne" pitchFamily="34" charset="-122"/>
                <a:cs typeface="Marianne" pitchFamily="34" charset="-120"/>
              </a:rPr>
              <a:t>Question 2/4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2975" y="1204913"/>
            <a:ext cx="3324225" cy="22378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1204913"/>
            <a:ext cx="3324225" cy="377666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919288" y="519113"/>
            <a:ext cx="14954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Marianne" pitchFamily="34" charset="0"/>
                <a:ea typeface="Marianne" pitchFamily="34" charset="-122"/>
                <a:cs typeface="Marianne" pitchFamily="34" charset="-120"/>
              </a:rPr>
              <a:t>Question 3/4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885825" y="862013"/>
            <a:ext cx="3767137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Marianne" pitchFamily="34" charset="0"/>
                <a:ea typeface="Marianne" pitchFamily="34" charset="-122"/>
                <a:cs typeface="Marianne" pitchFamily="34" charset="-120"/>
              </a:rPr>
              <a:t>Optionnelle, non recommandée pour les applications métier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110288" y="862013"/>
            <a:ext cx="10668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spc="-5" kern="0" dirty="0">
                <a:solidFill>
                  <a:srgbClr val="000000">
                    <a:alpha val="99000"/>
                  </a:srgbClr>
                </a:solidFill>
                <a:latin typeface="Marianne" pitchFamily="34" charset="0"/>
                <a:ea typeface="Marianne" pitchFamily="34" charset="-122"/>
                <a:cs typeface="Marianne" pitchFamily="34" charset="-120"/>
              </a:rPr>
              <a:t>Obligatoire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5895975" y="519113"/>
            <a:ext cx="14954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Marianne" pitchFamily="34" charset="0"/>
                <a:ea typeface="Marianne" pitchFamily="34" charset="-122"/>
                <a:cs typeface="Marianne" pitchFamily="34" charset="-120"/>
              </a:rPr>
              <a:t>Question 4/4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2025-11-04T16:01:24Z</dcterms:created>
  <dcterms:modified xsi:type="dcterms:W3CDTF">2025-11-04T16:01:24Z</dcterms:modified>
</cp:coreProperties>
</file>